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Deck1" Type="http://schemas.openxmlformats.org/officeDocument/2006/relationships/slide" Target="slides/slide1.xml"/><Relationship Id="rIdDeck2" Type="http://schemas.openxmlformats.org/officeDocument/2006/relationships/slide" Target="slides/slide2.xml"/><Relationship Id="rIdDeck3" Type="http://schemas.openxmlformats.org/officeDocument/2006/relationships/slide" Target="slides/slide3.xml"/><Relationship Id="rIdDeck4" Type="http://schemas.openxmlformats.org/officeDocument/2006/relationships/slide" Target="slides/slide4.xml"/><Relationship Id="rIdDeck5" Type="http://schemas.openxmlformats.org/officeDocument/2006/relationships/slide" Target="slides/slide5.xml"/><Relationship Id="rIdDeck6" Type="http://schemas.openxmlformats.org/officeDocument/2006/relationships/slide" Target="slides/slide6.xml"/><Relationship Id="rIdDeck7" Type="http://schemas.openxmlformats.org/officeDocument/2006/relationships/slide" Target="slides/slide7.xml"/><Relationship Id="rIdDeck8" Type="http://schemas.openxmlformats.org/officeDocument/2006/relationships/slide" Target="slides/slide8.xml"/><Relationship Id="rIdDeck9" Type="http://schemas.openxmlformats.org/officeDocument/2006/relationships/slide" Target="slides/slide9.xml"/><Relationship Id="rIdDeck10" Type="http://schemas.openxmlformats.org/officeDocument/2006/relationships/slide" Target="slides/slide10.xml"/><Relationship Id="rIdDeck11" Type="http://schemas.openxmlformats.org/officeDocument/2006/relationships/slide" Target="slides/slide11.xml"/><Relationship Id="rIdDeck12" Type="http://schemas.openxmlformats.org/officeDocument/2006/relationships/slide" Target="slides/slide12.xml"/><Relationship Id="rIdDeck13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10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eck-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GigaHack 2026 — Pitch Template</dc:title>
  <dc:subject>PptxGenJS Presentation</dc:subject>
  <dc:creator>PptxGenJS</dc:creator>
  <cp:lastModifiedBy>PptxGenJS</cp:lastModifiedBy>
  <cp:revision>1</cp:revision>
  <dcterms:created xsi:type="dcterms:W3CDTF">2026-09-26T10:17:35Z</dcterms:created>
  <dcterms:modified xsi:type="dcterms:W3CDTF">2026-09-26T10:17:35Z</dcterms:modified>
</cp:coreProperties>
</file>